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18681" y="1878062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272582" y="1878062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526482" y="1878062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82033" y="1570137"/>
            <a:ext cx="22880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Palette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1720751" y="3024188"/>
            <a:ext cx="581654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visuels </a:t>
            </a:r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votre marque</a:t>
            </a:r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en 60 secondes.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5067300"/>
            <a:ext cx="3048000" cy="76200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048000" y="5067300"/>
            <a:ext cx="3048000" cy="7620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6000" y="5067300"/>
            <a:ext cx="3048000" cy="7620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36402" y="647551"/>
            <a:ext cx="79281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500"/>
              </a:spcAft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PROBLEME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6402" y="990451"/>
            <a:ext cx="7928152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spcAft>
                <a:spcPts val="3000"/>
              </a:spcAft>
              <a:buNone/>
            </a:pPr>
            <a:r>
              <a:rPr lang="en-US" sz="3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Creer des visuels de marque,</a:t>
            </a:r>
            <a:endParaRPr lang="en-US" sz="3600" dirty="0"/>
          </a:p>
          <a:p>
            <a:pPr algn="l" indent="0" marL="0">
              <a:lnSpc>
                <a:spcPts val="4320"/>
              </a:lnSpc>
              <a:spcAft>
                <a:spcPts val="3000"/>
              </a:spcAft>
              <a:buNone/>
            </a:pPr>
            <a:r>
              <a:rPr lang="en-US" sz="36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c'est un cauchemar.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6402" y="2468612"/>
            <a:ext cx="457200" cy="457200"/>
          </a:xfrm>
          <a:prstGeom prst="roundRect">
            <a:avLst>
              <a:gd name="adj" fmla="val 22222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88653" y="2563862"/>
            <a:ext cx="15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84102" y="2468612"/>
            <a:ext cx="72674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semaines avec une agence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84102" y="2757488"/>
            <a:ext cx="726749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Brief, devis, allers-retours, validations... Votre Black Friday est passe.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6402" y="3242370"/>
            <a:ext cx="457200" cy="457200"/>
          </a:xfrm>
          <a:prstGeom prst="roundRect">
            <a:avLst>
              <a:gd name="adj" fmla="val 22222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88653" y="3337620"/>
            <a:ext cx="15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84102" y="3242370"/>
            <a:ext cx="72674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2000-5000 EUR par campagne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84102" y="3531245"/>
            <a:ext cx="726749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des "jours/homme" et des reunions de cadrage.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6402" y="4016127"/>
            <a:ext cx="457200" cy="457200"/>
          </a:xfrm>
          <a:prstGeom prst="roundRect">
            <a:avLst>
              <a:gd name="adj" fmla="val 22222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88653" y="4111377"/>
            <a:ext cx="15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84102" y="4016127"/>
            <a:ext cx="726749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 = templates generiques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84102" y="4305002"/>
            <a:ext cx="726749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le monde reconnait que c'est du Canva. Pas tres pro.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36402" y="647551"/>
            <a:ext cx="79281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500"/>
              </a:spcAft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6402" y="990451"/>
            <a:ext cx="792815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500"/>
              </a:spcAft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etapes. 60 secondes. C'est tout.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6402" y="1901577"/>
            <a:ext cx="2379315" cy="2685752"/>
          </a:xfrm>
          <a:prstGeom prst="roundRect">
            <a:avLst>
              <a:gd name="adj" fmla="val 6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53852" y="2219027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07443" y="2317403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3852" y="2815828"/>
            <a:ext cx="177930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Collez votre site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3852" y="3136404"/>
            <a:ext cx="177930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Palette scanne votre marque : logo, couleurs, typos, ton. Une seule fois.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33167" y="1901577"/>
            <a:ext cx="2379315" cy="2685752"/>
          </a:xfrm>
          <a:prstGeom prst="roundRect">
            <a:avLst>
              <a:gd name="adj" fmla="val 6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750618" y="2219027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904208" y="2317403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50618" y="2815828"/>
            <a:ext cx="1779303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Choisissez une idee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50618" y="3355479"/>
            <a:ext cx="177930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L'IA vous propose des idees de contenu basees sur les tendances de votre marche.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9933" y="1901577"/>
            <a:ext cx="2379315" cy="2685752"/>
          </a:xfrm>
          <a:prstGeom prst="roundRect">
            <a:avLst>
              <a:gd name="adj" fmla="val 6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47383" y="2219027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600974" y="2317403"/>
            <a:ext cx="100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7383" y="2815828"/>
            <a:ext cx="177930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Publiez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7383" y="3136404"/>
            <a:ext cx="177930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Visuels generes en 60 secondes. Un detail a changer ? Un clic. Pas satisfait ? Regenerez.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457051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34901" y="736402"/>
            <a:ext cx="803168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5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nous rend uniques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34901" y="1463427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2497" y="1620589"/>
            <a:ext cx="50414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34901" y="2263527"/>
            <a:ext cx="241809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Autopilote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4901" y="2603153"/>
            <a:ext cx="241809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bots scannent votre marche. Chaque matin, un visuel pret a publier vous attend.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6584" y="1463427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51324" y="1620589"/>
            <a:ext cx="48972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i18n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86584" y="2263527"/>
            <a:ext cx="241809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6584" y="2603153"/>
            <a:ext cx="241809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Traduisez vos visuels en 20 secondes. FR, EN, ES, DE. Meme style, autre langue.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38267" y="1463427"/>
            <a:ext cx="609600" cy="609600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87691" y="1620589"/>
            <a:ext cx="31681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4K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138267" y="2263527"/>
            <a:ext cx="241809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Haute resolution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38267" y="2603153"/>
            <a:ext cx="241809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4K pour tous vos supports. Print, digital, social media. Qualite pro garantie.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097387"/>
            <a:ext cx="9144000" cy="0"/>
          </a:xfrm>
          <a:prstGeom prst="line">
            <a:avLst/>
          </a:prstGeom>
          <a:noFill/>
          <a:ln w="9525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245" y="4292650"/>
            <a:ext cx="88289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6245" y="4683175"/>
            <a:ext cx="8828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VISUEL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42300" y="4292650"/>
            <a:ext cx="205892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242300" y="4683175"/>
            <a:ext cx="20589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VISUELS/MOIS AUTOPILOTE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5003" y="4292650"/>
            <a:ext cx="183987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025003" y="4683175"/>
            <a:ext cx="18398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DE VOTRE PART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669" y="444401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26669" y="663476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Moins cher qu'un cafe par jour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1177826"/>
            <a:ext cx="2582317" cy="2902148"/>
          </a:xfrm>
          <a:prstGeom prst="roundRect">
            <a:avLst>
              <a:gd name="adj" fmla="val 4918"/>
            </a:avLst>
          </a:prstGeom>
          <a:noFill/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7500" y="1387376"/>
            <a:ext cx="22064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7500" y="1596926"/>
            <a:ext cx="220648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Gratuit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17500" y="2012752"/>
            <a:ext cx="22064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tester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7500" y="2282577"/>
            <a:ext cx="2163217" cy="1587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 visuel offert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Analyse de marque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Export 2K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80767" y="1177826"/>
            <a:ext cx="2582317" cy="2902148"/>
          </a:xfrm>
          <a:prstGeom prst="roundRect">
            <a:avLst>
              <a:gd name="adj" fmla="val 4918"/>
            </a:avLst>
          </a:prstGeom>
          <a:solidFill>
            <a:srgbClr val="F8FAFC"/>
          </a:solidFill>
          <a:ln w="19050">
            <a:solidFill>
              <a:srgbClr val="3B82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90317" y="1387376"/>
            <a:ext cx="22064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- POPULAIRE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90317" y="1596926"/>
            <a:ext cx="220648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19EUR</a:t>
            </a:r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/mois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490317" y="2012752"/>
            <a:ext cx="22064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credits/mois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90317" y="2282577"/>
            <a:ext cx="2163217" cy="1587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 Autopilote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50 generations/mois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Export 4K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Historique illimite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53584" y="1177826"/>
            <a:ext cx="2582317" cy="2902148"/>
          </a:xfrm>
          <a:prstGeom prst="roundRect">
            <a:avLst>
              <a:gd name="adj" fmla="val 4918"/>
            </a:avLst>
          </a:prstGeom>
          <a:noFill/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263134" y="1387376"/>
            <a:ext cx="22064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63134" y="1596926"/>
            <a:ext cx="220648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49EUR</a:t>
            </a:r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/mois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263134" y="2012752"/>
            <a:ext cx="22064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credits/mois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63134" y="2282577"/>
            <a:ext cx="2163217" cy="1587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Tout du Pro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150 generations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pPr algn="l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Support prioritaire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7950" y="4237137"/>
            <a:ext cx="812809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6669" y="4394299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 a creer votre premier visuel 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26669" y="4654600"/>
            <a:ext cx="82906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usepalette.com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Palette - Pitch Deck</dc:title>
  <dc:subject>Brand visuals in 60 seconds</dc:subject>
  <dc:creator>Palette</dc:creator>
  <cp:lastModifiedBy>Palette</cp:lastModifiedBy>
  <cp:revision>1</cp:revision>
  <dcterms:created xsi:type="dcterms:W3CDTF">2025-12-31T20:11:01Z</dcterms:created>
  <dcterms:modified xsi:type="dcterms:W3CDTF">2025-12-31T20:11:01Z</dcterms:modified>
</cp:coreProperties>
</file>